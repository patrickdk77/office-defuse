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activeX/activeX1.xml" ContentType="application/vnd.ms-office.activeX+xml"/>
  <Override PartName="/ppt/activeX/activeX1.bin" ContentType="application/vnd.ms-office.activeX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activeX/_rels/activeX1.xml.rels><?xml version="1.0" encoding="UTF-8" standalone="yes"?>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control" Target="../activeX/activeX1.xml"/><Relationship Id="rId4" Type="http://schemas.openxmlformats.org/officeDocument/2006/relationships/vmlDrawing" Target="../drawings/vmlDrawing1.v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/>
    <p:controls>
      <p:control spid="1025" name="CheckBox1" r:id="rId2"/>
    </p:controls>
  </p:cSld>
</p:sld>
</file>