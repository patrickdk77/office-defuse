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8A62A18-8442-43F3-9B24-7167CF3E14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7A0C1A6-649D-407D-A694-4283DF03FDB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example.com/" TargetMode="External"/><Relationship Id="rId2" Type="http://schemas.openxmlformats.org/officeDocument/2006/relationships/slideLayout" Target="../slideLayouts/slideLayout1.xml"/>
<Relationship Id="rIdRun" Type="http://schemas.openxmlformats.org/officeDocument/2006/relationships/hyperlink" Target="file:///C:/Windows/System32/calc.ex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>
          <a:hlinkClick r:id="rIdRun" action="ppaction://program"/>
          <a:hlinkHover r:id="" action="ppaction://macro?name=Module1.Show"/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720000" y="720000"/>
            <a:ext cx="43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Slide one,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hlinkClick r:id="rId1"/>
              </a:rPr>
              <a:t>a link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