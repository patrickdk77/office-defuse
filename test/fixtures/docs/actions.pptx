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00000-0000-4000-8000-000000000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0000000-0000-4000-8000-00000000000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example.com/" TargetMode="External"/><Relationship Id="rId2" Type="http://schemas.openxmlformats.org/officeDocument/2006/relationships/slideLayout" Target="../slideLayouts/slideLayout1.xml"/>
<Relationship Id="rIdRun" Type="http://schemas.openxmlformats.org/officeDocument/2006/relationships/hyperlink" Target="file:///C:/Windows/System32/calc.ex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>
          <a:hlinkClick r:id="rIdRun" action="ppaction://program"/>
          <a:hlinkHover r:id="" action="ppaction://macro?name=Module1.Show"/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43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Slide one,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a link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