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000000-0000-4000-8000-0000000000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0000000-0000-4000-8000-00000000000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example.com/" TargetMode="Externa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43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Slide one,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1"/>
              </a:rPr>
              <a:t>a link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