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8A62A18-8442-43F3-9B24-7167CF3E14D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7A0C1A6-649D-407D-A694-4283DF03FDBD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example.com/" TargetMode="External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 txBox="1"/>
          <p:nvPr/>
        </p:nvSpPr>
        <p:spPr>
          <a:xfrm>
            <a:off x="720000" y="720000"/>
            <a:ext cx="43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Slide one,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hlinkClick r:id="rId1"/>
              </a:rPr>
              <a:t>a link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